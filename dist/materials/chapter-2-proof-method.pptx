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80" r:id="rId2"/>
    <p:sldId id="381" r:id="rId3"/>
    <p:sldId id="382" r:id="rId4"/>
    <p:sldId id="383" r:id="rId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50">
            <a:extLst>
              <a:ext uri="{FF2B5EF4-FFF2-40B4-BE49-F238E27FC236}">
                <a16:creationId xmlns:a16="http://schemas.microsoft.com/office/drawing/2014/main" id="{CF5B4ABB-D9BB-48D2-AFBB-4031A6315FF5}"/>
              </a:ext>
            </a:extLst>
          </p:cNvPr>
          <p:cNvSpPr txBox="1"/>
          <p:nvPr/>
        </p:nvSpPr>
        <p:spPr>
          <a:xfrm>
            <a:off x="2547166" y="88848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1" dirty="0"/>
              <a:t>延迟符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4F444446-F247-4850-9BA1-69F9CA014C1A}"/>
              </a:ext>
            </a:extLst>
          </p:cNvPr>
          <p:cNvSpPr/>
          <p:nvPr/>
        </p:nvSpPr>
        <p:spPr>
          <a:xfrm>
            <a:off x="0" y="1727820"/>
            <a:ext cx="9139238" cy="1316564"/>
          </a:xfrm>
          <a:prstGeom prst="rect">
            <a:avLst/>
          </a:prstGeom>
          <a:solidFill>
            <a:sysClr val="window" lastClr="FFFFFF">
              <a:alpha val="84000"/>
            </a:sysClr>
          </a:solidFill>
          <a:ln w="25400" cap="flat" cmpd="sng" algn="ctr">
            <a:noFill/>
            <a:prstDash val="solid"/>
          </a:ln>
          <a:effectLst>
            <a:outerShdw blurRad="139700" dist="38100" dir="5400000" algn="t" rotWithShape="0">
              <a:prstClr val="black">
                <a:alpha val="22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12344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7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4FE75F56-6B32-4EA3-A664-67E844296195}"/>
              </a:ext>
            </a:extLst>
          </p:cNvPr>
          <p:cNvGrpSpPr/>
          <p:nvPr/>
        </p:nvGrpSpPr>
        <p:grpSpPr>
          <a:xfrm>
            <a:off x="1985717" y="5684854"/>
            <a:ext cx="452009" cy="452172"/>
            <a:chOff x="1463339" y="1072758"/>
            <a:chExt cx="1546058" cy="1546058"/>
          </a:xfrm>
          <a:effectLst>
            <a:outerShdw blurRad="330200" dist="215900" dir="6900000" sx="71000" sy="71000" algn="t" rotWithShape="0">
              <a:prstClr val="black">
                <a:alpha val="54000"/>
              </a:prstClr>
            </a:outerShdw>
          </a:effectLst>
        </p:grpSpPr>
        <p:sp>
          <p:nvSpPr>
            <p:cNvPr id="100" name="同心圆 46">
              <a:extLst>
                <a:ext uri="{FF2B5EF4-FFF2-40B4-BE49-F238E27FC236}">
                  <a16:creationId xmlns:a16="http://schemas.microsoft.com/office/drawing/2014/main" id="{A1EDF27E-04F8-43BC-9A49-F28054A0042A}"/>
                </a:ext>
              </a:extLst>
            </p:cNvPr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>
                    <a:lumMod val="95000"/>
                  </a:sysClr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8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3444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D3D7EA54-BF51-4535-989C-E3F84EB7ECC4}"/>
                </a:ext>
              </a:extLst>
            </p:cNvPr>
            <p:cNvSpPr/>
            <p:nvPr/>
          </p:nvSpPr>
          <p:spPr>
            <a:xfrm>
              <a:off x="1484232" y="1093651"/>
              <a:ext cx="1504274" cy="1504273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rgbClr val="C5C5C5"/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3444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sp>
        <p:nvSpPr>
          <p:cNvPr id="102" name="矩形 101">
            <a:extLst>
              <a:ext uri="{FF2B5EF4-FFF2-40B4-BE49-F238E27FC236}">
                <a16:creationId xmlns:a16="http://schemas.microsoft.com/office/drawing/2014/main" id="{C22805E4-C4C8-4ADF-9B70-440803311C7F}"/>
              </a:ext>
            </a:extLst>
          </p:cNvPr>
          <p:cNvSpPr/>
          <p:nvPr/>
        </p:nvSpPr>
        <p:spPr>
          <a:xfrm>
            <a:off x="0" y="6545655"/>
            <a:ext cx="9108504" cy="314044"/>
          </a:xfrm>
          <a:prstGeom prst="rect">
            <a:avLst/>
          </a:prstGeom>
          <a:solidFill>
            <a:srgbClr val="2683C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344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7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/>
              <a:cs typeface="+mn-cs"/>
            </a:endParaRPr>
          </a:p>
        </p:txBody>
      </p: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9A6F951B-150B-425D-8264-1C7BDC49BEBF}"/>
              </a:ext>
            </a:extLst>
          </p:cNvPr>
          <p:cNvGrpSpPr/>
          <p:nvPr/>
        </p:nvGrpSpPr>
        <p:grpSpPr>
          <a:xfrm>
            <a:off x="700089" y="4793752"/>
            <a:ext cx="655637" cy="655637"/>
            <a:chOff x="1517331" y="1125257"/>
            <a:chExt cx="2204282" cy="2204282"/>
          </a:xfrm>
        </p:grpSpPr>
        <p:sp>
          <p:nvSpPr>
            <p:cNvPr id="109" name="椭圆 108">
              <a:extLst>
                <a:ext uri="{FF2B5EF4-FFF2-40B4-BE49-F238E27FC236}">
                  <a16:creationId xmlns:a16="http://schemas.microsoft.com/office/drawing/2014/main" id="{2D91CE8F-B0F3-4F2C-B3FB-FFD344C98AA4}"/>
                </a:ext>
              </a:extLst>
            </p:cNvPr>
            <p:cNvSpPr/>
            <p:nvPr/>
          </p:nvSpPr>
          <p:spPr>
            <a:xfrm>
              <a:off x="1517331" y="1125257"/>
              <a:ext cx="2204282" cy="2204282"/>
            </a:xfrm>
            <a:prstGeom prst="ellipse">
              <a:avLst/>
            </a:prstGeom>
            <a:gradFill>
              <a:gsLst>
                <a:gs pos="0">
                  <a:srgbClr val="EBEBEB"/>
                </a:gs>
                <a:gs pos="100000">
                  <a:srgbClr val="FEFEFE"/>
                </a:gs>
              </a:gsLst>
              <a:lin ang="7530000" scaled="0"/>
            </a:gradFill>
            <a:ln w="12700" cap="flat" cmpd="sng" algn="ctr">
              <a:solidFill>
                <a:sysClr val="window" lastClr="FFFFFF"/>
              </a:solidFill>
              <a:prstDash val="solid"/>
            </a:ln>
            <a:effectLst>
              <a:outerShdw blurRad="457200" dist="444500" dir="7800000" sx="89000" sy="89000" algn="tr" rotWithShape="0">
                <a:prstClr val="black">
                  <a:alpha val="38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3444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110" name="椭圆 109">
              <a:extLst>
                <a:ext uri="{FF2B5EF4-FFF2-40B4-BE49-F238E27FC236}">
                  <a16:creationId xmlns:a16="http://schemas.microsoft.com/office/drawing/2014/main" id="{54E5B8BA-B802-4F34-8228-013BA210D647}"/>
                </a:ext>
              </a:extLst>
            </p:cNvPr>
            <p:cNvSpPr/>
            <p:nvPr/>
          </p:nvSpPr>
          <p:spPr>
            <a:xfrm>
              <a:off x="1719372" y="1327298"/>
              <a:ext cx="1800200" cy="1800200"/>
            </a:xfrm>
            <a:prstGeom prst="ellipse">
              <a:avLst/>
            </a:prstGeom>
            <a:solidFill>
              <a:srgbClr val="2683C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3444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A0F21E28-2FA3-481A-B6D8-0437F32350D6}"/>
              </a:ext>
            </a:extLst>
          </p:cNvPr>
          <p:cNvGrpSpPr/>
          <p:nvPr/>
        </p:nvGrpSpPr>
        <p:grpSpPr>
          <a:xfrm>
            <a:off x="251520" y="5829924"/>
            <a:ext cx="655637" cy="655637"/>
            <a:chOff x="1517331" y="1125257"/>
            <a:chExt cx="2204282" cy="2204282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691B0376-3FDB-4354-8CC8-19A9355109B0}"/>
                </a:ext>
              </a:extLst>
            </p:cNvPr>
            <p:cNvSpPr/>
            <p:nvPr/>
          </p:nvSpPr>
          <p:spPr>
            <a:xfrm>
              <a:off x="1517331" y="1125257"/>
              <a:ext cx="2204282" cy="2204282"/>
            </a:xfrm>
            <a:prstGeom prst="ellipse">
              <a:avLst/>
            </a:prstGeom>
            <a:gradFill>
              <a:gsLst>
                <a:gs pos="0">
                  <a:srgbClr val="EBEBEB"/>
                </a:gs>
                <a:gs pos="100000">
                  <a:srgbClr val="FEFEFE"/>
                </a:gs>
              </a:gsLst>
              <a:lin ang="7530000" scaled="0"/>
            </a:gradFill>
            <a:ln w="12700" cap="flat" cmpd="sng" algn="ctr">
              <a:solidFill>
                <a:sysClr val="window" lastClr="FFFFFF"/>
              </a:solidFill>
              <a:prstDash val="solid"/>
            </a:ln>
            <a:effectLst>
              <a:outerShdw blurRad="457200" dist="444500" dir="7800000" sx="89000" sy="89000" algn="tr" rotWithShape="0">
                <a:prstClr val="black">
                  <a:alpha val="38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3444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8F831C63-9EA2-4FB3-BA78-404C631732EA}"/>
                </a:ext>
              </a:extLst>
            </p:cNvPr>
            <p:cNvSpPr/>
            <p:nvPr/>
          </p:nvSpPr>
          <p:spPr>
            <a:xfrm>
              <a:off x="1719372" y="1327298"/>
              <a:ext cx="1800200" cy="1800200"/>
            </a:xfrm>
            <a:prstGeom prst="ellipse">
              <a:avLst/>
            </a:prstGeom>
            <a:solidFill>
              <a:srgbClr val="2683C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3444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F342FCCB-EC0D-45E8-8A72-4E6662ED9F82}"/>
              </a:ext>
            </a:extLst>
          </p:cNvPr>
          <p:cNvGrpSpPr/>
          <p:nvPr/>
        </p:nvGrpSpPr>
        <p:grpSpPr>
          <a:xfrm>
            <a:off x="1199287" y="5579378"/>
            <a:ext cx="535449" cy="535449"/>
            <a:chOff x="1517331" y="1125257"/>
            <a:chExt cx="2204282" cy="2204282"/>
          </a:xfrm>
        </p:grpSpPr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id="{FFD1BBCA-78D9-43C3-A1FC-1138CC5C7CF8}"/>
                </a:ext>
              </a:extLst>
            </p:cNvPr>
            <p:cNvSpPr/>
            <p:nvPr/>
          </p:nvSpPr>
          <p:spPr>
            <a:xfrm>
              <a:off x="1517331" y="1125257"/>
              <a:ext cx="2204282" cy="2204282"/>
            </a:xfrm>
            <a:prstGeom prst="ellipse">
              <a:avLst/>
            </a:prstGeom>
            <a:gradFill>
              <a:gsLst>
                <a:gs pos="0">
                  <a:srgbClr val="EBEBEB"/>
                </a:gs>
                <a:gs pos="100000">
                  <a:srgbClr val="FEFEFE"/>
                </a:gs>
              </a:gsLst>
              <a:lin ang="7530000" scaled="0"/>
            </a:gradFill>
            <a:ln w="12700" cap="flat" cmpd="sng" algn="ctr">
              <a:solidFill>
                <a:sysClr val="window" lastClr="FFFFFF"/>
              </a:solidFill>
              <a:prstDash val="solid"/>
            </a:ln>
            <a:effectLst>
              <a:outerShdw blurRad="457200" dist="444500" dir="7800000" sx="89000" sy="89000" algn="tr" rotWithShape="0">
                <a:prstClr val="black">
                  <a:alpha val="38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3444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116" name="椭圆 115">
              <a:extLst>
                <a:ext uri="{FF2B5EF4-FFF2-40B4-BE49-F238E27FC236}">
                  <a16:creationId xmlns:a16="http://schemas.microsoft.com/office/drawing/2014/main" id="{A2855C58-077A-4643-A932-47B6C479F8B9}"/>
                </a:ext>
              </a:extLst>
            </p:cNvPr>
            <p:cNvSpPr/>
            <p:nvPr/>
          </p:nvSpPr>
          <p:spPr>
            <a:xfrm>
              <a:off x="1719372" y="1327298"/>
              <a:ext cx="1800200" cy="1800200"/>
            </a:xfrm>
            <a:prstGeom prst="ellipse">
              <a:avLst/>
            </a:prstGeom>
            <a:solidFill>
              <a:srgbClr val="2683C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3444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C619A101-8D61-416D-81CF-E9FA3F367C7C}"/>
              </a:ext>
            </a:extLst>
          </p:cNvPr>
          <p:cNvGrpSpPr/>
          <p:nvPr/>
        </p:nvGrpSpPr>
        <p:grpSpPr>
          <a:xfrm>
            <a:off x="7413331" y="40555"/>
            <a:ext cx="655637" cy="655637"/>
            <a:chOff x="1517331" y="1125257"/>
            <a:chExt cx="2204282" cy="2204282"/>
          </a:xfrm>
        </p:grpSpPr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A102A19C-F592-4160-9082-530F0EBA91D7}"/>
                </a:ext>
              </a:extLst>
            </p:cNvPr>
            <p:cNvSpPr/>
            <p:nvPr/>
          </p:nvSpPr>
          <p:spPr>
            <a:xfrm>
              <a:off x="1517331" y="1125257"/>
              <a:ext cx="2204282" cy="2204282"/>
            </a:xfrm>
            <a:prstGeom prst="ellipse">
              <a:avLst/>
            </a:prstGeom>
            <a:gradFill>
              <a:gsLst>
                <a:gs pos="0">
                  <a:srgbClr val="EBEBEB"/>
                </a:gs>
                <a:gs pos="100000">
                  <a:srgbClr val="FEFEFE"/>
                </a:gs>
              </a:gsLst>
              <a:lin ang="7530000" scaled="0"/>
            </a:gradFill>
            <a:ln w="12700" cap="flat" cmpd="sng" algn="ctr">
              <a:solidFill>
                <a:sysClr val="window" lastClr="FFFFFF"/>
              </a:solidFill>
              <a:prstDash val="solid"/>
            </a:ln>
            <a:effectLst>
              <a:outerShdw blurRad="457200" dist="444500" dir="7800000" sx="89000" sy="89000" algn="tr" rotWithShape="0">
                <a:prstClr val="black">
                  <a:alpha val="38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3444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CF8C3648-C5FD-43B4-ABE4-B1C0F11DE577}"/>
                </a:ext>
              </a:extLst>
            </p:cNvPr>
            <p:cNvSpPr/>
            <p:nvPr/>
          </p:nvSpPr>
          <p:spPr>
            <a:xfrm>
              <a:off x="1719372" y="1327298"/>
              <a:ext cx="1800200" cy="1800200"/>
            </a:xfrm>
            <a:prstGeom prst="ellipse">
              <a:avLst/>
            </a:prstGeom>
            <a:solidFill>
              <a:srgbClr val="2683C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3444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F210077E-5BC1-4EC1-B56F-97A5F7E258AE}"/>
              </a:ext>
            </a:extLst>
          </p:cNvPr>
          <p:cNvGrpSpPr/>
          <p:nvPr/>
        </p:nvGrpSpPr>
        <p:grpSpPr>
          <a:xfrm>
            <a:off x="8420794" y="80397"/>
            <a:ext cx="655637" cy="655637"/>
            <a:chOff x="1517331" y="1125257"/>
            <a:chExt cx="2204282" cy="2204282"/>
          </a:xfrm>
        </p:grpSpPr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D72DE823-139A-4F29-A3B0-AD33DAC33FE5}"/>
                </a:ext>
              </a:extLst>
            </p:cNvPr>
            <p:cNvSpPr/>
            <p:nvPr/>
          </p:nvSpPr>
          <p:spPr>
            <a:xfrm>
              <a:off x="1517331" y="1125257"/>
              <a:ext cx="2204282" cy="2204282"/>
            </a:xfrm>
            <a:prstGeom prst="ellipse">
              <a:avLst/>
            </a:prstGeom>
            <a:gradFill>
              <a:gsLst>
                <a:gs pos="0">
                  <a:srgbClr val="EBEBEB"/>
                </a:gs>
                <a:gs pos="100000">
                  <a:srgbClr val="FEFEFE"/>
                </a:gs>
              </a:gsLst>
              <a:lin ang="7530000" scaled="0"/>
            </a:gradFill>
            <a:ln w="12700" cap="flat" cmpd="sng" algn="ctr">
              <a:solidFill>
                <a:sysClr val="window" lastClr="FFFFFF"/>
              </a:solidFill>
              <a:prstDash val="solid"/>
            </a:ln>
            <a:effectLst>
              <a:outerShdw blurRad="457200" dist="444500" dir="7800000" sx="89000" sy="89000" algn="tr" rotWithShape="0">
                <a:prstClr val="black">
                  <a:alpha val="38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3444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123" name="椭圆 122">
              <a:extLst>
                <a:ext uri="{FF2B5EF4-FFF2-40B4-BE49-F238E27FC236}">
                  <a16:creationId xmlns:a16="http://schemas.microsoft.com/office/drawing/2014/main" id="{0BAE1873-62BB-4816-A19E-6606690C28AF}"/>
                </a:ext>
              </a:extLst>
            </p:cNvPr>
            <p:cNvSpPr/>
            <p:nvPr/>
          </p:nvSpPr>
          <p:spPr>
            <a:xfrm>
              <a:off x="1719372" y="1327298"/>
              <a:ext cx="1800200" cy="1800200"/>
            </a:xfrm>
            <a:prstGeom prst="ellipse">
              <a:avLst/>
            </a:prstGeom>
            <a:solidFill>
              <a:srgbClr val="2683C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3444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A32DD439-431A-4F9F-9988-816C367DB42A}"/>
              </a:ext>
            </a:extLst>
          </p:cNvPr>
          <p:cNvGrpSpPr/>
          <p:nvPr/>
        </p:nvGrpSpPr>
        <p:grpSpPr>
          <a:xfrm>
            <a:off x="7713339" y="720777"/>
            <a:ext cx="935391" cy="935391"/>
            <a:chOff x="1517331" y="1125257"/>
            <a:chExt cx="2204282" cy="2204282"/>
          </a:xfrm>
        </p:grpSpPr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2CFF2E15-CBF9-4192-B20D-3749377DCB32}"/>
                </a:ext>
              </a:extLst>
            </p:cNvPr>
            <p:cNvSpPr/>
            <p:nvPr/>
          </p:nvSpPr>
          <p:spPr>
            <a:xfrm>
              <a:off x="1517331" y="1125257"/>
              <a:ext cx="2204282" cy="2204282"/>
            </a:xfrm>
            <a:prstGeom prst="ellipse">
              <a:avLst/>
            </a:prstGeom>
            <a:gradFill>
              <a:gsLst>
                <a:gs pos="0">
                  <a:srgbClr val="EBEBEB"/>
                </a:gs>
                <a:gs pos="100000">
                  <a:srgbClr val="FEFEFE"/>
                </a:gs>
              </a:gsLst>
              <a:lin ang="7530000" scaled="0"/>
            </a:gradFill>
            <a:ln w="12700" cap="flat" cmpd="sng" algn="ctr">
              <a:solidFill>
                <a:sysClr val="window" lastClr="FFFFFF"/>
              </a:solidFill>
              <a:prstDash val="solid"/>
            </a:ln>
            <a:effectLst>
              <a:outerShdw blurRad="457200" dist="444500" dir="7800000" sx="89000" sy="89000" algn="tr" rotWithShape="0">
                <a:prstClr val="black">
                  <a:alpha val="38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3444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E6415A26-D825-4E52-A793-8C2003115FC9}"/>
                </a:ext>
              </a:extLst>
            </p:cNvPr>
            <p:cNvSpPr/>
            <p:nvPr/>
          </p:nvSpPr>
          <p:spPr>
            <a:xfrm>
              <a:off x="1719372" y="1327298"/>
              <a:ext cx="1800200" cy="1800200"/>
            </a:xfrm>
            <a:prstGeom prst="ellipse">
              <a:avLst/>
            </a:prstGeom>
            <a:solidFill>
              <a:srgbClr val="2683C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3444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D44D86D-0F38-40D5-B307-4BDDBB8236FD}"/>
              </a:ext>
            </a:extLst>
          </p:cNvPr>
          <p:cNvGrpSpPr/>
          <p:nvPr/>
        </p:nvGrpSpPr>
        <p:grpSpPr>
          <a:xfrm>
            <a:off x="7099577" y="1204389"/>
            <a:ext cx="452009" cy="452172"/>
            <a:chOff x="1463339" y="1072758"/>
            <a:chExt cx="1546058" cy="1546058"/>
          </a:xfrm>
          <a:effectLst>
            <a:outerShdw blurRad="330200" dist="215900" dir="6900000" sx="71000" sy="71000" algn="t" rotWithShape="0">
              <a:prstClr val="black">
                <a:alpha val="54000"/>
              </a:prstClr>
            </a:outerShdw>
          </a:effectLst>
        </p:grpSpPr>
        <p:sp>
          <p:nvSpPr>
            <p:cNvPr id="128" name="同心圆 88">
              <a:extLst>
                <a:ext uri="{FF2B5EF4-FFF2-40B4-BE49-F238E27FC236}">
                  <a16:creationId xmlns:a16="http://schemas.microsoft.com/office/drawing/2014/main" id="{243562BA-5DDE-4A65-9B59-9C395A0E7A07}"/>
                </a:ext>
              </a:extLst>
            </p:cNvPr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>
                    <a:lumMod val="95000"/>
                  </a:sysClr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8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3444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  <p:sp>
          <p:nvSpPr>
            <p:cNvPr id="129" name="椭圆 128">
              <a:extLst>
                <a:ext uri="{FF2B5EF4-FFF2-40B4-BE49-F238E27FC236}">
                  <a16:creationId xmlns:a16="http://schemas.microsoft.com/office/drawing/2014/main" id="{D775B46C-1E81-4BBC-9210-B863ECACCE40}"/>
                </a:ext>
              </a:extLst>
            </p:cNvPr>
            <p:cNvSpPr/>
            <p:nvPr/>
          </p:nvSpPr>
          <p:spPr>
            <a:xfrm>
              <a:off x="1484232" y="1093651"/>
              <a:ext cx="1504274" cy="1504273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rgbClr val="C5C5C5"/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3444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7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软雅黑"/>
                <a:cs typeface="+mn-cs"/>
              </a:endParaRPr>
            </a:p>
          </p:txBody>
        </p:sp>
      </p:grpSp>
      <p:sp>
        <p:nvSpPr>
          <p:cNvPr id="130" name="TextBox 50">
            <a:extLst>
              <a:ext uri="{FF2B5EF4-FFF2-40B4-BE49-F238E27FC236}">
                <a16:creationId xmlns:a16="http://schemas.microsoft.com/office/drawing/2014/main" id="{B892501A-02AF-4769-BDDC-2C4931E361DA}"/>
              </a:ext>
            </a:extLst>
          </p:cNvPr>
          <p:cNvSpPr txBox="1"/>
          <p:nvPr/>
        </p:nvSpPr>
        <p:spPr>
          <a:xfrm>
            <a:off x="2699566" y="90372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3444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2471" dirty="0">
                <a:solidFill>
                  <a:prstClr val="black"/>
                </a:solidFill>
                <a:latin typeface="Calibri"/>
                <a:ea typeface="微软雅黑"/>
              </a:rPr>
              <a:t>延迟符</a:t>
            </a:r>
          </a:p>
        </p:txBody>
      </p:sp>
      <p:sp>
        <p:nvSpPr>
          <p:cNvPr id="131" name="标题 1">
            <a:extLst>
              <a:ext uri="{FF2B5EF4-FFF2-40B4-BE49-F238E27FC236}">
                <a16:creationId xmlns:a16="http://schemas.microsoft.com/office/drawing/2014/main" id="{5E846D07-C87A-400A-AEB1-7154FFC92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144" y="2001674"/>
            <a:ext cx="6447264" cy="719645"/>
          </a:xfrm>
        </p:spPr>
        <p:txBody>
          <a:bodyPr anchor="b"/>
          <a:lstStyle>
            <a:lvl1pPr>
              <a:defRPr lang="zh-CN" altLang="en-US" sz="4200" b="1" kern="1200" spc="-154" dirty="0">
                <a:solidFill>
                  <a:srgbClr val="2683C6"/>
                </a:solidFill>
                <a:latin typeface="思源黑体 CN Bold" pitchFamily="34" charset="-122"/>
                <a:ea typeface="思源黑体 CN Bold" pitchFamily="34" charset="-122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35" name="文本占位符 2">
            <a:extLst>
              <a:ext uri="{FF2B5EF4-FFF2-40B4-BE49-F238E27FC236}">
                <a16:creationId xmlns:a16="http://schemas.microsoft.com/office/drawing/2014/main" id="{C6A4ED22-3DCA-48AA-8740-12B1CE6E7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2940" y="3329195"/>
            <a:ext cx="7886700" cy="150018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lang="zh-CN" altLang="en-US" sz="2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6596279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68" y="1102054"/>
            <a:ext cx="8104380" cy="4919217"/>
          </a:xfrm>
        </p:spPr>
        <p:txBody>
          <a:bodyPr/>
          <a:lstStyle>
            <a:lvl1pPr marL="174625" indent="-174625">
              <a:lnSpc>
                <a:spcPct val="120000"/>
              </a:lnSpc>
              <a:spcBef>
                <a:spcPts val="1200"/>
              </a:spcBef>
              <a:buClr>
                <a:srgbClr val="2683C6"/>
              </a:buClr>
              <a:buSzPct val="75000"/>
              <a:buFont typeface="Wingdings" panose="05000000000000000000" pitchFamily="2" charset="2"/>
              <a:buChar char="l"/>
              <a:defRPr/>
            </a:lvl1pPr>
            <a:lvl2pPr marL="514350" indent="-171450">
              <a:buClr>
                <a:srgbClr val="2683C6"/>
              </a:buClr>
              <a:buSzPct val="90000"/>
              <a:buFont typeface="Wingdings" panose="05000000000000000000" pitchFamily="2" charset="2"/>
              <a:buChar char="l"/>
              <a:defRPr/>
            </a:lvl2pPr>
            <a:lvl3pPr marL="857250" indent="-171450">
              <a:buClr>
                <a:srgbClr val="2683C6"/>
              </a:buClr>
              <a:buSzPct val="90000"/>
              <a:buFont typeface="Wingdings" panose="05000000000000000000" pitchFamily="2" charset="2"/>
              <a:buChar char="l"/>
              <a:defRPr/>
            </a:lvl3pPr>
            <a:lvl4pPr marL="1200150" indent="-171450">
              <a:buClr>
                <a:srgbClr val="2683C6"/>
              </a:buClr>
              <a:buSzPct val="90000"/>
              <a:buFont typeface="Wingdings" panose="05000000000000000000" pitchFamily="2" charset="2"/>
              <a:buChar char="l"/>
              <a:defRPr/>
            </a:lvl4pPr>
            <a:lvl5pPr marL="1543050" indent="-171450">
              <a:buClr>
                <a:srgbClr val="2683C6"/>
              </a:buClr>
              <a:buSzPct val="90000"/>
              <a:buFont typeface="Wingdings" panose="05000000000000000000" pitchFamily="2" charset="2"/>
              <a:buChar char="l"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C5EC380-CE7C-4DA0-8687-EC052BC6CA82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0DFF95-D7CA-4DB6-9CE0-4CE5C2CD622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A8D22BE-CF59-4CF1-8C58-F2423EEAC264}"/>
              </a:ext>
            </a:extLst>
          </p:cNvPr>
          <p:cNvSpPr/>
          <p:nvPr/>
        </p:nvSpPr>
        <p:spPr>
          <a:xfrm>
            <a:off x="0" y="187693"/>
            <a:ext cx="488628" cy="721027"/>
          </a:xfrm>
          <a:prstGeom prst="rect">
            <a:avLst/>
          </a:prstGeom>
          <a:solidFill>
            <a:srgbClr val="2683C6"/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683C6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504BC81-FA79-4D94-9C60-564FFF44BFBF}"/>
              </a:ext>
            </a:extLst>
          </p:cNvPr>
          <p:cNvSpPr/>
          <p:nvPr/>
        </p:nvSpPr>
        <p:spPr>
          <a:xfrm>
            <a:off x="539900" y="187693"/>
            <a:ext cx="162744" cy="721027"/>
          </a:xfrm>
          <a:prstGeom prst="rect">
            <a:avLst/>
          </a:prstGeom>
          <a:solidFill>
            <a:srgbClr val="2683C6"/>
          </a:solidFill>
          <a:ln>
            <a:solidFill>
              <a:srgbClr val="5B9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14220E0-8319-4426-A994-185CDAB4119F}"/>
              </a:ext>
            </a:extLst>
          </p:cNvPr>
          <p:cNvCxnSpPr>
            <a:cxnSpLocks/>
          </p:cNvCxnSpPr>
          <p:nvPr/>
        </p:nvCxnSpPr>
        <p:spPr>
          <a:xfrm>
            <a:off x="1194426" y="836712"/>
            <a:ext cx="794957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燕尾形 10">
            <a:extLst>
              <a:ext uri="{FF2B5EF4-FFF2-40B4-BE49-F238E27FC236}">
                <a16:creationId xmlns:a16="http://schemas.microsoft.com/office/drawing/2014/main" id="{930EDB43-62A7-4191-95E9-0D1DCD8BD22D}"/>
              </a:ext>
            </a:extLst>
          </p:cNvPr>
          <p:cNvSpPr/>
          <p:nvPr/>
        </p:nvSpPr>
        <p:spPr>
          <a:xfrm>
            <a:off x="8211764" y="501463"/>
            <a:ext cx="248668" cy="241576"/>
          </a:xfrm>
          <a:prstGeom prst="chevron">
            <a:avLst/>
          </a:prstGeom>
          <a:solidFill>
            <a:srgbClr val="2683C6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71"/>
          </a:p>
        </p:txBody>
      </p:sp>
      <p:sp>
        <p:nvSpPr>
          <p:cNvPr id="26" name="燕尾形 10">
            <a:extLst>
              <a:ext uri="{FF2B5EF4-FFF2-40B4-BE49-F238E27FC236}">
                <a16:creationId xmlns:a16="http://schemas.microsoft.com/office/drawing/2014/main" id="{890BB0A0-D7E0-4198-9746-90E33EA973DF}"/>
              </a:ext>
            </a:extLst>
          </p:cNvPr>
          <p:cNvSpPr/>
          <p:nvPr/>
        </p:nvSpPr>
        <p:spPr>
          <a:xfrm>
            <a:off x="8499796" y="500892"/>
            <a:ext cx="248668" cy="241576"/>
          </a:xfrm>
          <a:prstGeom prst="chevron">
            <a:avLst/>
          </a:prstGeom>
          <a:solidFill>
            <a:srgbClr val="2683C6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71"/>
          </a:p>
        </p:txBody>
      </p:sp>
      <p:sp>
        <p:nvSpPr>
          <p:cNvPr id="27" name="燕尾形 10">
            <a:extLst>
              <a:ext uri="{FF2B5EF4-FFF2-40B4-BE49-F238E27FC236}">
                <a16:creationId xmlns:a16="http://schemas.microsoft.com/office/drawing/2014/main" id="{EA209E7C-666D-41CD-9355-D03D1C2C03B1}"/>
              </a:ext>
            </a:extLst>
          </p:cNvPr>
          <p:cNvSpPr/>
          <p:nvPr/>
        </p:nvSpPr>
        <p:spPr>
          <a:xfrm>
            <a:off x="8748464" y="500892"/>
            <a:ext cx="248668" cy="241576"/>
          </a:xfrm>
          <a:prstGeom prst="chevron">
            <a:avLst/>
          </a:prstGeom>
          <a:solidFill>
            <a:srgbClr val="2683C6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471"/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E7042ACB-26D3-4DA2-B710-636EA0A27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189963"/>
            <a:ext cx="5798816" cy="771735"/>
          </a:xfrm>
        </p:spPr>
        <p:txBody>
          <a:bodyPr/>
          <a:lstStyle>
            <a:lvl1pPr>
              <a:defRPr lang="zh-CN" altLang="en-US" sz="2882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102005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C5EC380-CE7C-4DA0-8687-EC052BC6CA82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0DFF95-D7CA-4DB6-9CE0-4CE5C2CD6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66106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C5EC380-CE7C-4DA0-8687-EC052BC6CA82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0DFF95-D7CA-4DB6-9CE0-4CE5C2CD6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2708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C5EC380-CE7C-4DA0-8687-EC052BC6CA82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0DFF95-D7CA-4DB6-9CE0-4CE5C2CD6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568077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1640" y="260648"/>
            <a:ext cx="7183710" cy="720079"/>
          </a:xfrm>
        </p:spPr>
        <p:txBody>
          <a:bodyPr/>
          <a:lstStyle>
            <a:lvl1pPr>
              <a:defRPr sz="2800" b="0">
                <a:solidFill>
                  <a:srgbClr val="2683C6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C5EC380-CE7C-4DA0-8687-EC052BC6CA82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0DFF95-D7CA-4DB6-9CE0-4CE5C2CD622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D4847D2-9492-4C25-B1A4-212443EB24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1" t="14163" r="10061" b="10022"/>
          <a:stretch/>
        </p:blipFill>
        <p:spPr>
          <a:xfrm>
            <a:off x="323528" y="10200"/>
            <a:ext cx="817042" cy="875428"/>
          </a:xfrm>
          <a:prstGeom prst="rect">
            <a:avLst/>
          </a:prstGeom>
        </p:spPr>
      </p:pic>
      <p:sp>
        <p:nvSpPr>
          <p:cNvPr id="8" name="文本占位符 2">
            <a:extLst>
              <a:ext uri="{FF2B5EF4-FFF2-40B4-BE49-F238E27FC236}">
                <a16:creationId xmlns:a16="http://schemas.microsoft.com/office/drawing/2014/main" id="{6F34888A-4D21-4A9B-86D7-D34EB41BC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1268760"/>
            <a:ext cx="7886700" cy="504056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5880221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C5EC380-CE7C-4DA0-8687-EC052BC6CA82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0DFF95-D7CA-4DB6-9CE0-4CE5C2CD6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44058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C5EC380-CE7C-4DA0-8687-EC052BC6CA82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0DFF95-D7CA-4DB6-9CE0-4CE5C2CD6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948400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C5EC380-CE7C-4DA0-8687-EC052BC6CA82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0DFF95-D7CA-4DB6-9CE0-4CE5C2CD6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57925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C5EC380-CE7C-4DA0-8687-EC052BC6CA82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0DFF95-D7CA-4DB6-9CE0-4CE5C2CD6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62596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C5EC380-CE7C-4DA0-8687-EC052BC6CA82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0DFF95-D7CA-4DB6-9CE0-4CE5C2CD6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14667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EC380-CE7C-4DA0-8687-EC052BC6CA82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898989"/>
                </a:solidFill>
              </a:defRPr>
            </a:lvl1pPr>
          </a:lstStyle>
          <a:p>
            <a:fld id="{4F0DFF95-D7CA-4DB6-9CE0-4CE5C2CD62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079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wmf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7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9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15.wmf"/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6.bin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11" Type="http://schemas.openxmlformats.org/officeDocument/2006/relationships/oleObject" Target="../embeddings/oleObject15.bin"/><Relationship Id="rId5" Type="http://schemas.openxmlformats.org/officeDocument/2006/relationships/image" Target="../media/image12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4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1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270000"/>
            <a:ext cx="7993063" cy="4895850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Define</a:t>
            </a:r>
          </a:p>
          <a:p>
            <a:pPr marL="0" indent="0">
              <a:lnSpc>
                <a:spcPct val="150000"/>
              </a:lnSpc>
              <a:spcBef>
                <a:spcPts val="36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The sample mean     may be written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240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Clearly </a:t>
            </a:r>
          </a:p>
          <a:p>
            <a:pPr marL="0" indent="0">
              <a:lnSpc>
                <a:spcPct val="150000"/>
              </a:lnSpc>
              <a:spcBef>
                <a:spcPts val="3000"/>
              </a:spcBef>
              <a:buFont typeface="Wingdings" panose="05000000000000000000" pitchFamily="2" charset="2"/>
              <a:buNone/>
            </a:pPr>
            <a:r>
              <a:rPr lang="en-US" altLang="zh-CN" sz="240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So      is distributed as a binomial variate with </a:t>
            </a:r>
          </a:p>
        </p:txBody>
      </p:sp>
      <p:sp>
        <p:nvSpPr>
          <p:cNvPr id="2662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fld id="{86398938-8F4E-4937-BAC9-28907E183B5D}" type="slidenum">
              <a:rPr lang="en-US" altLang="zh-CN" sz="1000" smtClean="0"/>
              <a:pPr/>
              <a:t>1</a:t>
            </a:fld>
            <a:endParaRPr lang="en-US" altLang="zh-CN" sz="100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103188"/>
            <a:ext cx="6000750" cy="995363"/>
          </a:xfrm>
        </p:spPr>
        <p:txBody>
          <a:bodyPr/>
          <a:lstStyle/>
          <a:p>
            <a:pPr eaLnBrk="1" hangingPunct="1"/>
            <a:r>
              <a:rPr lang="en-US" altLang="zh-CN" sz="2800" dirty="0"/>
              <a:t>An alternative method of proof</a:t>
            </a:r>
            <a:endParaRPr lang="zh-CN" altLang="en-US" sz="2800" dirty="0"/>
          </a:p>
        </p:txBody>
      </p:sp>
      <p:graphicFrame>
        <p:nvGraphicFramePr>
          <p:cNvPr id="26629" name="对象 3"/>
          <p:cNvGraphicFramePr>
            <a:graphicFrameLocks noChangeAspect="1"/>
          </p:cNvGraphicFramePr>
          <p:nvPr/>
        </p:nvGraphicFramePr>
        <p:xfrm>
          <a:off x="1979613" y="1341438"/>
          <a:ext cx="4321175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387600" imgH="457200" progId="Equation.3">
                  <p:embed/>
                </p:oleObj>
              </mc:Choice>
              <mc:Fallback>
                <p:oleObj name="公式" r:id="rId2" imgW="2387600" imgH="457200" progId="Equation.3">
                  <p:embed/>
                  <p:pic>
                    <p:nvPicPr>
                      <p:cNvPr id="26629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341438"/>
                        <a:ext cx="4321175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对象 8"/>
          <p:cNvGraphicFramePr>
            <a:graphicFrameLocks noChangeAspect="1"/>
          </p:cNvGraphicFramePr>
          <p:nvPr/>
        </p:nvGraphicFramePr>
        <p:xfrm>
          <a:off x="3203575" y="2492375"/>
          <a:ext cx="166688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83937" imgH="142438" progId="Equation.Ribbit">
                  <p:embed/>
                </p:oleObj>
              </mc:Choice>
              <mc:Fallback>
                <p:oleObj name="Formula" r:id="rId4" imgW="83937" imgH="142438" progId="Equation.Ribbit">
                  <p:embed/>
                  <p:pic>
                    <p:nvPicPr>
                      <p:cNvPr id="2663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2492375"/>
                        <a:ext cx="166688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对象 9"/>
          <p:cNvGraphicFramePr>
            <a:graphicFrameLocks noChangeAspect="1"/>
          </p:cNvGraphicFramePr>
          <p:nvPr/>
        </p:nvGraphicFramePr>
        <p:xfrm>
          <a:off x="3348038" y="2955925"/>
          <a:ext cx="1584325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901700" imgH="463550" progId="Equation.Ribbit">
                  <p:embed/>
                </p:oleObj>
              </mc:Choice>
              <mc:Fallback>
                <p:oleObj name="Formula" r:id="rId6" imgW="901700" imgH="463550" progId="Equation.Ribbit">
                  <p:embed/>
                  <p:pic>
                    <p:nvPicPr>
                      <p:cNvPr id="26631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2955925"/>
                        <a:ext cx="1584325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对象 10"/>
          <p:cNvGraphicFramePr>
            <a:graphicFrameLocks noChangeAspect="1"/>
          </p:cNvGraphicFramePr>
          <p:nvPr/>
        </p:nvGraphicFramePr>
        <p:xfrm>
          <a:off x="1979613" y="4013200"/>
          <a:ext cx="4897437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2620010" imgH="297180" progId="Equation.Ribbit">
                  <p:embed/>
                </p:oleObj>
              </mc:Choice>
              <mc:Fallback>
                <p:oleObj name="Formula" r:id="rId8" imgW="2620010" imgH="297180" progId="Equation.Ribbit">
                  <p:embed/>
                  <p:pic>
                    <p:nvPicPr>
                      <p:cNvPr id="26632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013200"/>
                        <a:ext cx="4897437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3" name="对象 11"/>
          <p:cNvGraphicFramePr>
            <a:graphicFrameLocks noChangeAspect="1"/>
          </p:cNvGraphicFramePr>
          <p:nvPr/>
        </p:nvGraphicFramePr>
        <p:xfrm>
          <a:off x="1187450" y="4868863"/>
          <a:ext cx="236538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118274" imgH="119546" progId="Equation.Ribbit">
                  <p:embed/>
                </p:oleObj>
              </mc:Choice>
              <mc:Fallback>
                <p:oleObj name="Formula" r:id="rId10" imgW="118274" imgH="119546" progId="Equation.Ribbit">
                  <p:embed/>
                  <p:pic>
                    <p:nvPicPr>
                      <p:cNvPr id="26633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868863"/>
                        <a:ext cx="236538" cy="236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4" name="对象 12"/>
          <p:cNvGraphicFramePr>
            <a:graphicFrameLocks noChangeAspect="1"/>
          </p:cNvGraphicFramePr>
          <p:nvPr/>
        </p:nvGraphicFramePr>
        <p:xfrm>
          <a:off x="6804025" y="4797425"/>
          <a:ext cx="1109663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2" imgW="608330" imgH="177800" progId="Equation.Ribbit">
                  <p:embed/>
                </p:oleObj>
              </mc:Choice>
              <mc:Fallback>
                <p:oleObj name="Formula" r:id="rId12" imgW="608330" imgH="177800" progId="Equation.Ribbit">
                  <p:embed/>
                  <p:pic>
                    <p:nvPicPr>
                      <p:cNvPr id="26634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4797425"/>
                        <a:ext cx="1109663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5" name="对象 13"/>
          <p:cNvGraphicFramePr>
            <a:graphicFrameLocks noChangeAspect="1"/>
          </p:cNvGraphicFramePr>
          <p:nvPr/>
        </p:nvGraphicFramePr>
        <p:xfrm>
          <a:off x="2051050" y="5445125"/>
          <a:ext cx="5329238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4" imgW="3022600" imgH="297180" progId="Equation.Ribbit">
                  <p:embed/>
                </p:oleObj>
              </mc:Choice>
              <mc:Fallback>
                <p:oleObj name="Formula" r:id="rId14" imgW="3022600" imgH="297180" progId="Equation.Ribbit">
                  <p:embed/>
                  <p:pic>
                    <p:nvPicPr>
                      <p:cNvPr id="26635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445125"/>
                        <a:ext cx="5329238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fld id="{EC8C2801-6C3D-43B0-8837-D5B92D08C429}" type="slidenum">
              <a:rPr lang="en-US" altLang="zh-CN" smtClean="0">
                <a:solidFill>
                  <a:srgbClr val="898989"/>
                </a:solidFill>
              </a:rPr>
              <a:pPr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27651" name="对象 2"/>
          <p:cNvGraphicFramePr>
            <a:graphicFrameLocks noChangeAspect="1"/>
          </p:cNvGraphicFramePr>
          <p:nvPr/>
        </p:nvGraphicFramePr>
        <p:xfrm>
          <a:off x="696913" y="547688"/>
          <a:ext cx="6904037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3933360" imgH="588240" progId="Equation.Ribbit">
                  <p:embed/>
                </p:oleObj>
              </mc:Choice>
              <mc:Fallback>
                <p:oleObj name="Formula" r:id="rId2" imgW="3933360" imgH="588240" progId="Equation.Ribbit">
                  <p:embed/>
                  <p:pic>
                    <p:nvPicPr>
                      <p:cNvPr id="27651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913" y="547688"/>
                        <a:ext cx="6904037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对象 3"/>
          <p:cNvGraphicFramePr>
            <a:graphicFrameLocks noChangeAspect="1"/>
          </p:cNvGraphicFramePr>
          <p:nvPr/>
        </p:nvGraphicFramePr>
        <p:xfrm>
          <a:off x="684213" y="2133600"/>
          <a:ext cx="7964487" cy="356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4826160" imgH="2160360" progId="Equation.Ribbit">
                  <p:embed/>
                </p:oleObj>
              </mc:Choice>
              <mc:Fallback>
                <p:oleObj name="Formula" r:id="rId4" imgW="4826160" imgH="2160360" progId="Equation.Ribbit">
                  <p:embed/>
                  <p:pic>
                    <p:nvPicPr>
                      <p:cNvPr id="27652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133600"/>
                        <a:ext cx="7964487" cy="356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270000"/>
            <a:ext cx="7993063" cy="4895850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The </a:t>
            </a:r>
            <a:r>
              <a:rPr lang="en-US" altLang="zh-CN" sz="2400" i="1" dirty="0" err="1">
                <a:latin typeface="Times New Roman" pitchFamily="18" charset="0"/>
                <a:ea typeface="Arial Unicode MS" pitchFamily="34" charset="-122"/>
                <a:cs typeface="Times New Roman" pitchFamily="18" charset="0"/>
              </a:rPr>
              <a:t>i</a:t>
            </a:r>
            <a:r>
              <a:rPr lang="en-US" altLang="zh-CN" sz="2400" dirty="0" err="1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th</a:t>
            </a: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unit may appear 0,1,2,…,</a:t>
            </a:r>
            <a:r>
              <a:rPr lang="en-US" altLang="zh-CN" sz="2400" i="1" dirty="0"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n </a:t>
            </a: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times in the sample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: the number of times that the </a:t>
            </a:r>
            <a:r>
              <a:rPr lang="en-US" altLang="zh-CN" sz="2400" i="1" dirty="0" err="1">
                <a:latin typeface="Times New Roman" pitchFamily="18" charset="0"/>
                <a:ea typeface="Arial Unicode MS" pitchFamily="34" charset="-122"/>
                <a:cs typeface="Arial Unicode MS" pitchFamily="34" charset="-122"/>
              </a:rPr>
              <a:t>i</a:t>
            </a:r>
            <a:r>
              <a:rPr lang="en-US" altLang="zh-CN" sz="2400" dirty="0" err="1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th</a:t>
            </a: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unit appears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Since      is distributed as a binomial variate with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The variates      follow a multinomial distribution, </a:t>
            </a:r>
          </a:p>
        </p:txBody>
      </p:sp>
      <p:sp>
        <p:nvSpPr>
          <p:cNvPr id="2867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fld id="{4EFD0D50-6DBE-40ED-9D9A-DA075BBD8CB3}" type="slidenum">
              <a:rPr lang="en-US" altLang="zh-CN" sz="1000" smtClean="0"/>
              <a:pPr/>
              <a:t>3</a:t>
            </a:fld>
            <a:endParaRPr lang="en-US" altLang="zh-CN" sz="100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1074725" y="136525"/>
            <a:ext cx="6923112" cy="995363"/>
          </a:xfrm>
        </p:spPr>
        <p:txBody>
          <a:bodyPr/>
          <a:lstStyle/>
          <a:p>
            <a:pPr eaLnBrk="1" hangingPunct="1"/>
            <a:r>
              <a:rPr lang="en-US" altLang="zh-CN" sz="2800" dirty="0"/>
              <a:t>Random sampling with replacement</a:t>
            </a:r>
            <a:endParaRPr lang="zh-CN" altLang="en-US" sz="2800" dirty="0"/>
          </a:p>
        </p:txBody>
      </p:sp>
      <p:graphicFrame>
        <p:nvGraphicFramePr>
          <p:cNvPr id="28677" name="对象 9"/>
          <p:cNvGraphicFramePr>
            <a:graphicFrameLocks noChangeAspect="1"/>
          </p:cNvGraphicFramePr>
          <p:nvPr/>
        </p:nvGraphicFramePr>
        <p:xfrm>
          <a:off x="3563938" y="2565400"/>
          <a:ext cx="154305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877570" imgH="463550" progId="Equation.Ribbit">
                  <p:embed/>
                </p:oleObj>
              </mc:Choice>
              <mc:Fallback>
                <p:oleObj name="Formula" r:id="rId2" imgW="877570" imgH="463550" progId="Equation.Ribbit">
                  <p:embed/>
                  <p:pic>
                    <p:nvPicPr>
                      <p:cNvPr id="28677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2565400"/>
                        <a:ext cx="154305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对象 11"/>
          <p:cNvGraphicFramePr>
            <a:graphicFrameLocks noChangeAspect="1"/>
          </p:cNvGraphicFramePr>
          <p:nvPr/>
        </p:nvGraphicFramePr>
        <p:xfrm>
          <a:off x="1570038" y="3500438"/>
          <a:ext cx="193675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96654" imgH="148797" progId="Equation.Ribbit">
                  <p:embed/>
                </p:oleObj>
              </mc:Choice>
              <mc:Fallback>
                <p:oleObj name="Formula" r:id="rId4" imgW="96654" imgH="148797" progId="Equation.Ribbit">
                  <p:embed/>
                  <p:pic>
                    <p:nvPicPr>
                      <p:cNvPr id="28678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0038" y="3500438"/>
                        <a:ext cx="193675" cy="29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对象 12"/>
          <p:cNvGraphicFramePr>
            <a:graphicFrameLocks noChangeAspect="1"/>
          </p:cNvGraphicFramePr>
          <p:nvPr/>
        </p:nvGraphicFramePr>
        <p:xfrm>
          <a:off x="7308850" y="3536950"/>
          <a:ext cx="1084263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594360" imgH="177800" progId="Equation.Ribbit">
                  <p:embed/>
                </p:oleObj>
              </mc:Choice>
              <mc:Fallback>
                <p:oleObj name="Formula" r:id="rId6" imgW="594360" imgH="177800" progId="Equation.Ribbit">
                  <p:embed/>
                  <p:pic>
                    <p:nvPicPr>
                      <p:cNvPr id="28679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3536950"/>
                        <a:ext cx="1084263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对象 13"/>
          <p:cNvGraphicFramePr>
            <a:graphicFrameLocks noChangeAspect="1"/>
          </p:cNvGraphicFramePr>
          <p:nvPr/>
        </p:nvGraphicFramePr>
        <p:xfrm>
          <a:off x="2359025" y="4048125"/>
          <a:ext cx="4281488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2428560" imgH="330480" progId="Equation.Ribbit">
                  <p:embed/>
                </p:oleObj>
              </mc:Choice>
              <mc:Fallback>
                <p:oleObj name="Formula" r:id="rId8" imgW="2428560" imgH="330480" progId="Equation.Ribbit">
                  <p:embed/>
                  <p:pic>
                    <p:nvPicPr>
                      <p:cNvPr id="2868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9025" y="4048125"/>
                        <a:ext cx="4281488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1" name="对象 1"/>
          <p:cNvGraphicFramePr>
            <a:graphicFrameLocks noChangeAspect="1"/>
          </p:cNvGraphicFramePr>
          <p:nvPr/>
        </p:nvGraphicFramePr>
        <p:xfrm>
          <a:off x="708025" y="2125663"/>
          <a:ext cx="192088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0" imgW="96654" imgH="148797" progId="Equation.Ribbit">
                  <p:embed/>
                </p:oleObj>
              </mc:Choice>
              <mc:Fallback>
                <p:oleObj name="Formula" r:id="rId10" imgW="96654" imgH="148797" progId="Equation.Ribbit">
                  <p:embed/>
                  <p:pic>
                    <p:nvPicPr>
                      <p:cNvPr id="28681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025" y="2125663"/>
                        <a:ext cx="192088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对象 2"/>
          <p:cNvGraphicFramePr>
            <a:graphicFrameLocks noChangeAspect="1"/>
          </p:cNvGraphicFramePr>
          <p:nvPr/>
        </p:nvGraphicFramePr>
        <p:xfrm>
          <a:off x="2484438" y="4941888"/>
          <a:ext cx="193675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1" imgW="96654" imgH="148797" progId="Equation.Ribbit">
                  <p:embed/>
                </p:oleObj>
              </mc:Choice>
              <mc:Fallback>
                <p:oleObj name="Formula" r:id="rId11" imgW="96654" imgH="148797" progId="Equation.Ribbit">
                  <p:embed/>
                  <p:pic>
                    <p:nvPicPr>
                      <p:cNvPr id="28682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4941888"/>
                        <a:ext cx="193675" cy="29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3" name="对象 4"/>
          <p:cNvGraphicFramePr>
            <a:graphicFrameLocks noChangeAspect="1"/>
          </p:cNvGraphicFramePr>
          <p:nvPr/>
        </p:nvGraphicFramePr>
        <p:xfrm>
          <a:off x="3441700" y="5402263"/>
          <a:ext cx="207645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12" imgW="1177560" imgH="297360" progId="Equation.Ribbit">
                  <p:embed/>
                </p:oleObj>
              </mc:Choice>
              <mc:Fallback>
                <p:oleObj name="Formula" r:id="rId12" imgW="1177560" imgH="297360" progId="Equation.Ribbit">
                  <p:embed/>
                  <p:pic>
                    <p:nvPicPr>
                      <p:cNvPr id="28683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0" y="5402263"/>
                        <a:ext cx="2076450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27088" y="3686175"/>
            <a:ext cx="7489825" cy="21669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lnSpc>
                <a:spcPct val="130000"/>
              </a:lnSpc>
              <a:spcBef>
                <a:spcPts val="600"/>
              </a:spcBef>
              <a:buClr>
                <a:srgbClr val="0A57C8"/>
              </a:buClr>
              <a:buSzPct val="75000"/>
              <a:buFont typeface="Wingdings" pitchFamily="2" charset="2"/>
              <a:buChar char="l"/>
              <a:defRPr/>
            </a:pPr>
            <a:r>
              <a:rPr lang="en-US" altLang="zh-CN" sz="2400" dirty="0">
                <a:ea typeface="宋体" charset="-122"/>
              </a:rPr>
              <a:t>    </a:t>
            </a: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  in sampling without replacement  is only         </a:t>
            </a:r>
          </a:p>
          <a:p>
            <a:pPr marL="361950" indent="-361950">
              <a:lnSpc>
                <a:spcPct val="130000"/>
              </a:lnSpc>
              <a:spcBef>
                <a:spcPts val="600"/>
              </a:spcBef>
              <a:buClr>
                <a:srgbClr val="0A57C8"/>
              </a:buClr>
              <a:buSzPct val="75000"/>
              <a:defRPr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                        times the variance in sampling with replacement.</a:t>
            </a:r>
          </a:p>
          <a:p>
            <a:pPr marL="361950" indent="-361950">
              <a:lnSpc>
                <a:spcPct val="130000"/>
              </a:lnSpc>
              <a:spcBef>
                <a:spcPts val="600"/>
              </a:spcBef>
              <a:buClr>
                <a:srgbClr val="0A57C8"/>
              </a:buClr>
              <a:buSzPct val="75000"/>
              <a:buFont typeface="Wingdings" pitchFamily="2" charset="2"/>
              <a:buChar char="l"/>
              <a:defRPr/>
            </a:pPr>
            <a:r>
              <a:rPr lang="en-US" altLang="zh-CN" sz="24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They are equal to each other when           . </a:t>
            </a:r>
            <a:endParaRPr lang="zh-CN" altLang="en-US" sz="2400" dirty="0">
              <a:ea typeface="宋体" charset="-122"/>
            </a:endParaRPr>
          </a:p>
        </p:txBody>
      </p:sp>
      <p:sp>
        <p:nvSpPr>
          <p:cNvPr id="29699" name="灯片编号占位符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fld id="{176D46F7-F6AB-482F-A0CF-30F8749F6433}" type="slidenum">
              <a:rPr lang="en-US" altLang="zh-CN" smtClean="0">
                <a:solidFill>
                  <a:srgbClr val="898989"/>
                </a:solidFill>
              </a:rPr>
              <a:pPr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29700" name="对象 2"/>
          <p:cNvGraphicFramePr>
            <a:graphicFrameLocks noChangeAspect="1"/>
          </p:cNvGraphicFramePr>
          <p:nvPr/>
        </p:nvGraphicFramePr>
        <p:xfrm>
          <a:off x="1652588" y="619125"/>
          <a:ext cx="5210175" cy="254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3157560" imgH="1540800" progId="Equation.Ribbit">
                  <p:embed/>
                </p:oleObj>
              </mc:Choice>
              <mc:Fallback>
                <p:oleObj name="Formula" r:id="rId2" imgW="3157560" imgH="1540800" progId="Equation.Ribbit">
                  <p:embed/>
                  <p:pic>
                    <p:nvPicPr>
                      <p:cNvPr id="2970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2588" y="619125"/>
                        <a:ext cx="5210175" cy="254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对象 3"/>
          <p:cNvGraphicFramePr>
            <a:graphicFrameLocks noChangeAspect="1"/>
          </p:cNvGraphicFramePr>
          <p:nvPr/>
        </p:nvGraphicFramePr>
        <p:xfrm>
          <a:off x="1331913" y="3800475"/>
          <a:ext cx="80010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4" imgW="403150" imgH="176776" progId="Equation.Ribbit">
                  <p:embed/>
                </p:oleObj>
              </mc:Choice>
              <mc:Fallback>
                <p:oleObj name="Formula" r:id="rId4" imgW="403150" imgH="176776" progId="Equation.Ribbit">
                  <p:embed/>
                  <p:pic>
                    <p:nvPicPr>
                      <p:cNvPr id="29701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800475"/>
                        <a:ext cx="80010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对象 5"/>
          <p:cNvGraphicFramePr>
            <a:graphicFrameLocks noChangeAspect="1"/>
          </p:cNvGraphicFramePr>
          <p:nvPr/>
        </p:nvGraphicFramePr>
        <p:xfrm>
          <a:off x="1258888" y="4365625"/>
          <a:ext cx="21717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6" imgW="1094740" imgH="177800" progId="Equation.Ribbit">
                  <p:embed/>
                </p:oleObj>
              </mc:Choice>
              <mc:Fallback>
                <p:oleObj name="Formula" r:id="rId6" imgW="1094740" imgH="177800" progId="Equation.Ribbit">
                  <p:embed/>
                  <p:pic>
                    <p:nvPicPr>
                      <p:cNvPr id="29702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365625"/>
                        <a:ext cx="217170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对象 6"/>
          <p:cNvGraphicFramePr>
            <a:graphicFrameLocks noChangeAspect="1"/>
          </p:cNvGraphicFramePr>
          <p:nvPr/>
        </p:nvGraphicFramePr>
        <p:xfrm>
          <a:off x="6156325" y="5445125"/>
          <a:ext cx="714375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8" imgW="360680" imgH="152400" progId="Equation.Ribbit">
                  <p:embed/>
                </p:oleObj>
              </mc:Choice>
              <mc:Fallback>
                <p:oleObj name="Formula" r:id="rId8" imgW="360680" imgH="152400" progId="Equation.Ribbit">
                  <p:embed/>
                  <p:pic>
                    <p:nvPicPr>
                      <p:cNvPr id="29703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5445125"/>
                        <a:ext cx="714375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apter 1.pptx" id="{47898CF7-5C78-490C-9DE5-0AA901248CB1}" vid="{B9EC9B0C-65DD-4AE2-B549-2C848EB245C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sampling techniques</Template>
  <TotalTime>170</TotalTime>
  <Words>91</Words>
  <Application>Microsoft Office PowerPoint</Application>
  <PresentationFormat>全屏显示(4:3)</PresentationFormat>
  <Paragraphs>20</Paragraphs>
  <Slides>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7" baseType="lpstr">
      <vt:lpstr>Arial Unicode MS</vt:lpstr>
      <vt:lpstr>思源黑体 CN Bold</vt:lpstr>
      <vt:lpstr>宋体</vt:lpstr>
      <vt:lpstr>微软雅黑</vt:lpstr>
      <vt:lpstr>Arial</vt:lpstr>
      <vt:lpstr>Calibri</vt:lpstr>
      <vt:lpstr>Calibri Light</vt:lpstr>
      <vt:lpstr>Tahoma</vt:lpstr>
      <vt:lpstr>Times New Roman</vt:lpstr>
      <vt:lpstr>Wingdings</vt:lpstr>
      <vt:lpstr>Office 主题</vt:lpstr>
      <vt:lpstr>公式</vt:lpstr>
      <vt:lpstr>Formula</vt:lpstr>
      <vt:lpstr>An alternative method of proof</vt:lpstr>
      <vt:lpstr>PowerPoint 演示文稿</vt:lpstr>
      <vt:lpstr>Random sampling with replacement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alternative method of proof</dc:title>
  <dc:creator>Yan Shen</dc:creator>
  <cp:lastModifiedBy>Shen Yan</cp:lastModifiedBy>
  <cp:revision>2</cp:revision>
  <dcterms:created xsi:type="dcterms:W3CDTF">2025-09-03T04:29:37Z</dcterms:created>
  <dcterms:modified xsi:type="dcterms:W3CDTF">2026-09-10T08:23:32Z</dcterms:modified>
</cp:coreProperties>
</file>